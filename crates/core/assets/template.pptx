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4630400" cy="8229600"/>
  <p:notesSz cx="14630400" cy="82296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84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657600" y="10972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/>
            </a:pPr>
            <a:r>
              <a:t>__WORD__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400800" y="219456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__PHONETIC__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828800" y="3200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单词释义：__DEF__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828800" y="3931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词根词缀：__MORPH__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828800" y="466344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例句：__EXAMPLE__</a:t>
            </a:r>
          </a:p>
          <a:p>
            <a:pPr algn="l">
              <a:defRPr sz="2400"/>
            </a:pPr>
            <a:r>
              <a:t>例句释义：__EX_DEF__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657600" y="10972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/>
            </a:pPr>
            <a:r>
              <a:t>__WORD__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400800" y="219456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__PHONETIC__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828800" y="3200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单词释义：__DEF__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828800" y="3931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词根词缀：__MORPH__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828800" y="466344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例句：__EXAMPLE__</a:t>
            </a:r>
          </a:p>
          <a:p>
            <a:pPr algn="l">
              <a:defRPr sz="2400"/>
            </a:pPr>
            <a:r>
              <a:t>例句释义：__EX_DEF__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657600" y="10972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/>
            </a:pPr>
            <a:r>
              <a:t>__WORD__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400800" y="219456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__PHONETIC__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828800" y="3200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单词释义：__DEF__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828800" y="3931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词根词缀：__MORPH__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828800" y="466344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例句：__EXAMPLE__</a:t>
            </a:r>
          </a:p>
          <a:p>
            <a:pPr algn="l">
              <a:defRPr sz="2400"/>
            </a:pPr>
            <a:r>
              <a:t>例句释义：__EX_DEF__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657600" y="10972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/>
            </a:pPr>
            <a:r>
              <a:t>__WORD__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400800" y="219456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__PHONETIC__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828800" y="3200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单词释义：__DEF__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828800" y="3931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词根词缀：__MORPH__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828800" y="466344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例句：__EXAMPLE__</a:t>
            </a:r>
          </a:p>
          <a:p>
            <a:pPr algn="l">
              <a:defRPr sz="2400"/>
            </a:pPr>
            <a:r>
              <a:t>例句释义：__EX_DEF__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657600" y="10972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/>
            </a:pPr>
            <a:r>
              <a:t>__WORD__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400800" y="219456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__PHONETIC__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828800" y="3200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单词释义：__DEF__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828800" y="3931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词根词缀：__MORPH__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828800" y="466344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例句：__EXAMPLE__</a:t>
            </a:r>
          </a:p>
          <a:p>
            <a:pPr algn="l">
              <a:defRPr sz="2400"/>
            </a:pPr>
            <a:r>
              <a:t>例句释义：__EX_DEF__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</Words>
  <Application>Microsoft Office PowerPoint</Application>
  <PresentationFormat>自定义</PresentationFormat>
  <Paragraphs>25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7" baseType="lpstr"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EX Lei</dc:creator>
  <cp:lastModifiedBy>EX Lei</cp:lastModifiedBy>
  <cp:revision>1</cp:revision>
  <dcterms:modified xsi:type="dcterms:W3CDTF">2026-07-24T04:33:34Z</dcterms:modified>
</cp:coreProperties>
</file>